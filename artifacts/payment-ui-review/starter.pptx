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8486af39b14880" /><Relationship Type="http://schemas.openxmlformats.org/officeDocument/2006/relationships/extended-properties" Target="/docProps/app.xml" Id="Ra7df56887a6041e8" /><Relationship Type="http://schemas.openxmlformats.org/officeDocument/2006/relationships/officeDocument" Target="/ppt/presentation.xml" Id="R503823e160e54f1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aeb352a34084d42"/>
  </p:sldMasterIdLst>
  <p:notesMasterIdLst>
    <p:notesMasterId xmlns:r="http://schemas.openxmlformats.org/officeDocument/2006/relationships" r:id="R308633bd4f1240f5"/>
  </p:notesMasterIdLst>
  <p:sldIdLst>
    <p:sldId xmlns:r="http://schemas.openxmlformats.org/officeDocument/2006/relationships" id="256" r:id="R9d73017714b64051"/>
    <p:sldId xmlns:r="http://schemas.openxmlformats.org/officeDocument/2006/relationships" id="257" r:id="R45a61a8621174210"/>
    <p:sldId xmlns:r="http://schemas.openxmlformats.org/officeDocument/2006/relationships" id="258" r:id="R3212cdd3dfb14a47"/>
    <p:sldId xmlns:r="http://schemas.openxmlformats.org/officeDocument/2006/relationships" id="259" r:id="Rd3cbc5b7386a4196"/>
    <p:sldId xmlns:r="http://schemas.openxmlformats.org/officeDocument/2006/relationships" id="260" r:id="R2decc30d17654ea9"/>
  </p:sldIdLst>
  <p:sldSz cx="12192000" cy="6858000"/>
  <p:notesSz cx="6858000" cy="9144000"/>
  <p:embeddedFontLst>
    <p:embeddedFont>
      <p:font typeface="Lora Medium"/>
      <p:regular xmlns:r="http://schemas.openxmlformats.org/officeDocument/2006/relationships" r:id="R8dbea29bf7bb467d"/>
      <p:italic xmlns:r="http://schemas.openxmlformats.org/officeDocument/2006/relationships" r:id="R1a6b4dae7be1411a"/>
    </p:embeddedFont>
    <p:embeddedFont>
      <p:font typeface="Lora SemiBold"/>
      <p:regular xmlns:r="http://schemas.openxmlformats.org/officeDocument/2006/relationships" r:id="R7b5a706afa9f4c7f"/>
      <p:bold xmlns:r="http://schemas.openxmlformats.org/officeDocument/2006/relationships" r:id="R0708d1d133f84a1d"/>
      <p:italic xmlns:r="http://schemas.openxmlformats.org/officeDocument/2006/relationships" r:id="R354236f9d0044f34"/>
      <p:boldItalic xmlns:r="http://schemas.openxmlformats.org/officeDocument/2006/relationships" r:id="Race3c861eae64818"/>
    </p:embeddedFont>
    <p:embeddedFont>
      <p:font typeface="OpenAI Sans"/>
      <p:regular xmlns:r="http://schemas.openxmlformats.org/officeDocument/2006/relationships" r:id="R1b2f23a49f7c411b"/>
      <p:bold xmlns:r="http://schemas.openxmlformats.org/officeDocument/2006/relationships" r:id="R7a972717ff344fdb"/>
      <p:italic xmlns:r="http://schemas.openxmlformats.org/officeDocument/2006/relationships" r:id="R0054a077bc894543"/>
      <p:boldItalic xmlns:r="http://schemas.openxmlformats.org/officeDocument/2006/relationships" r:id="R095669c58e554c9d"/>
    </p:embeddedFont>
    <p:embeddedFont>
      <p:font typeface="Roboto"/>
      <p:regular xmlns:r="http://schemas.openxmlformats.org/officeDocument/2006/relationships" r:id="R3270611d1f6f4d69"/>
      <p:bold xmlns:r="http://schemas.openxmlformats.org/officeDocument/2006/relationships" r:id="R8482559c6902495c"/>
      <p:italic xmlns:r="http://schemas.openxmlformats.org/officeDocument/2006/relationships" r:id="R256f9bdcca5b4f25"/>
      <p:boldItalic xmlns:r="http://schemas.openxmlformats.org/officeDocument/2006/relationships" r:id="R7eb570e6db854002"/>
    </p:embeddedFont>
    <p:embeddedFont>
      <p:font typeface="Roboto Medium"/>
      <p:regular xmlns:r="http://schemas.openxmlformats.org/officeDocument/2006/relationships" r:id="Rd71e51bf7e904855"/>
      <p:italic xmlns:r="http://schemas.openxmlformats.org/officeDocument/2006/relationships" r:id="R4030c6b2ace24299"/>
    </p:embeddedFont>
    <p:embeddedFont>
      <p:font typeface="Roboto SemiBold"/>
      <p:regular xmlns:r="http://schemas.openxmlformats.org/officeDocument/2006/relationships" r:id="R689761376b754fbf"/>
      <p:bold xmlns:r="http://schemas.openxmlformats.org/officeDocument/2006/relationships" r:id="Rf74c25cdf2194c9a"/>
      <p:italic xmlns:r="http://schemas.openxmlformats.org/officeDocument/2006/relationships" r:id="Rfb4b7bcd0e314c0c"/>
      <p:boldItalic xmlns:r="http://schemas.openxmlformats.org/officeDocument/2006/relationships" r:id="Raee39c4bf9524f1e"/>
    </p:embeddedFont>
    <p:embeddedFont>
      <p:font typeface="Roboto Serif 14pt"/>
      <p:regular xmlns:r="http://schemas.openxmlformats.org/officeDocument/2006/relationships" r:id="Rf5cbab991b9b4265"/>
      <p:bold xmlns:r="http://schemas.openxmlformats.org/officeDocument/2006/relationships" r:id="R6ff552dcb28d486d"/>
      <p:italic xmlns:r="http://schemas.openxmlformats.org/officeDocument/2006/relationships" r:id="Rb3d3940686ae41c2"/>
      <p:boldItalic xmlns:r="http://schemas.openxmlformats.org/officeDocument/2006/relationships" r:id="R7723fed7e9ff407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4f1144eeb00452d" /><Relationship Type="http://schemas.openxmlformats.org/officeDocument/2006/relationships/slideMaster" Target="/ppt/slideMasters/slideMaster1.xml" Id="R2aeb352a34084d42" /><Relationship Type="http://schemas.openxmlformats.org/officeDocument/2006/relationships/notesMaster" Target="/ppt/notesMasters/notesMaster1.xml" Id="R308633bd4f1240f5" /><Relationship Type="http://schemas.openxmlformats.org/officeDocument/2006/relationships/presProps" Target="/ppt/presProps.xml" Id="R6d59b951b46f450c" /><Relationship Type="http://schemas.openxmlformats.org/officeDocument/2006/relationships/viewProps" Target="/ppt/viewProps.xml" Id="Ra2b919c8cb5b4d2d" /><Relationship Type="http://schemas.openxmlformats.org/officeDocument/2006/relationships/tableStyles" Target="/ppt/tableStyles.xml" Id="R4378965e5c184579" /><Relationship Type="http://schemas.openxmlformats.org/officeDocument/2006/relationships/font" Target="/ppt/fonts/font.dat" Id="R8dbea29bf7bb467d" /><Relationship Type="http://schemas.openxmlformats.org/officeDocument/2006/relationships/font" Target="/ppt/fonts/font2.dat" Id="R1a6b4dae7be1411a" /><Relationship Type="http://schemas.openxmlformats.org/officeDocument/2006/relationships/font" Target="/ppt/fonts/font3.dat" Id="R7b5a706afa9f4c7f" /><Relationship Type="http://schemas.openxmlformats.org/officeDocument/2006/relationships/font" Target="/ppt/fonts/font4.dat" Id="R0708d1d133f84a1d" /><Relationship Type="http://schemas.openxmlformats.org/officeDocument/2006/relationships/font" Target="/ppt/fonts/font5.dat" Id="R354236f9d0044f34" /><Relationship Type="http://schemas.openxmlformats.org/officeDocument/2006/relationships/font" Target="/ppt/fonts/font6.dat" Id="Race3c861eae64818" /><Relationship Type="http://schemas.openxmlformats.org/officeDocument/2006/relationships/font" Target="/ppt/fonts/font7.dat" Id="R1b2f23a49f7c411b" /><Relationship Type="http://schemas.openxmlformats.org/officeDocument/2006/relationships/font" Target="/ppt/fonts/font8.dat" Id="R7a972717ff344fdb" /><Relationship Type="http://schemas.openxmlformats.org/officeDocument/2006/relationships/font" Target="/ppt/fonts/font9.dat" Id="R0054a077bc894543" /><Relationship Type="http://schemas.openxmlformats.org/officeDocument/2006/relationships/font" Target="/ppt/fonts/font10.dat" Id="R095669c58e554c9d" /><Relationship Type="http://schemas.openxmlformats.org/officeDocument/2006/relationships/font" Target="/ppt/fonts/font11.dat" Id="R3270611d1f6f4d69" /><Relationship Type="http://schemas.openxmlformats.org/officeDocument/2006/relationships/font" Target="/ppt/fonts/font12.dat" Id="R8482559c6902495c" /><Relationship Type="http://schemas.openxmlformats.org/officeDocument/2006/relationships/font" Target="/ppt/fonts/font13.dat" Id="R256f9bdcca5b4f25" /><Relationship Type="http://schemas.openxmlformats.org/officeDocument/2006/relationships/font" Target="/ppt/fonts/font14.dat" Id="R7eb570e6db854002" /><Relationship Type="http://schemas.openxmlformats.org/officeDocument/2006/relationships/font" Target="/ppt/fonts/font15.dat" Id="Rd71e51bf7e904855" /><Relationship Type="http://schemas.openxmlformats.org/officeDocument/2006/relationships/font" Target="/ppt/fonts/font16.dat" Id="R4030c6b2ace24299" /><Relationship Type="http://schemas.openxmlformats.org/officeDocument/2006/relationships/font" Target="/ppt/fonts/font17.dat" Id="R689761376b754fbf" /><Relationship Type="http://schemas.openxmlformats.org/officeDocument/2006/relationships/font" Target="/ppt/fonts/font18.dat" Id="Rf74c25cdf2194c9a" /><Relationship Type="http://schemas.openxmlformats.org/officeDocument/2006/relationships/font" Target="/ppt/fonts/font19.dat" Id="Rfb4b7bcd0e314c0c" /><Relationship Type="http://schemas.openxmlformats.org/officeDocument/2006/relationships/font" Target="/ppt/fonts/font20.dat" Id="Raee39c4bf9524f1e" /><Relationship Type="http://schemas.openxmlformats.org/officeDocument/2006/relationships/font" Target="/ppt/fonts/font21.dat" Id="Rf5cbab991b9b4265" /><Relationship Type="http://schemas.openxmlformats.org/officeDocument/2006/relationships/font" Target="/ppt/fonts/font22.dat" Id="R6ff552dcb28d486d" /><Relationship Type="http://schemas.openxmlformats.org/officeDocument/2006/relationships/font" Target="/ppt/fonts/font23.dat" Id="Rb3d3940686ae41c2" /><Relationship Type="http://schemas.openxmlformats.org/officeDocument/2006/relationships/font" Target="/ppt/fonts/font24.dat" Id="R7723fed7e9ff407a" /><Relationship Type="http://schemas.openxmlformats.org/officeDocument/2006/relationships/slide" Target="/ppt/slides/slide1.xml" Id="R9d73017714b64051" /><Relationship Type="http://schemas.openxmlformats.org/officeDocument/2006/relationships/slide" Target="/ppt/slides/slide2.xml" Id="R45a61a8621174210" /><Relationship Type="http://schemas.openxmlformats.org/officeDocument/2006/relationships/slide" Target="/ppt/slides/slide3.xml" Id="R3212cdd3dfb14a47" /><Relationship Type="http://schemas.openxmlformats.org/officeDocument/2006/relationships/slide" Target="/ppt/slides/slide4.xml" Id="Rd3cbc5b7386a4196" /><Relationship Type="http://schemas.openxmlformats.org/officeDocument/2006/relationships/slide" Target="/ppt/slides/slide5.xml" Id="R2decc30d17654e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b9233f9cf04a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32b0dca44043ed" /><Relationship Type="http://schemas.openxmlformats.org/officeDocument/2006/relationships/notesMaster" Target="/ppt/notesMasters/notesMaster1.xml" Id="R71be707bdcb44e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500b6a28e248fd" /><Relationship Type="http://schemas.openxmlformats.org/officeDocument/2006/relationships/notesMaster" Target="/ppt/notesMasters/notesMaster1.xml" Id="R6d2c27bfb26741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737ee7cd114e3e" /><Relationship Type="http://schemas.openxmlformats.org/officeDocument/2006/relationships/notesMaster" Target="/ppt/notesMasters/notesMaster1.xml" Id="Rb075e88f67cf46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f67c1b9e044fb4" /><Relationship Type="http://schemas.openxmlformats.org/officeDocument/2006/relationships/notesMaster" Target="/ppt/notesMasters/notesMaster1.xml" Id="R41ffc4bca18b41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e6264f3d1d484b" /><Relationship Type="http://schemas.openxmlformats.org/officeDocument/2006/relationships/notesMaster" Target="/ppt/notesMasters/notesMaster1.xml" Id="R913389a3880648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d3b3e8197347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646778ebf14a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f76e0ad3144b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9dcbe74b3c4e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72c73560924ce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b9443bc7f64ea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1d8a89e44b2458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69e81b2b52a4aeb"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56fb439ba7452e" /><Relationship Type="http://schemas.openxmlformats.org/officeDocument/2006/relationships/slideLayout" Target="/ppt/slideLayouts/slideLayout1.xml" Id="Race892cf5bcc4ce7" /><Relationship Type="http://schemas.openxmlformats.org/officeDocument/2006/relationships/slideLayout" Target="/ppt/slideLayouts/slideLayout2.xml" Id="R420e8b1196fc4079" /><Relationship Type="http://schemas.openxmlformats.org/officeDocument/2006/relationships/slideLayout" Target="/ppt/slideLayouts/slideLayout3.xml" Id="R5559e8e49b014539" /><Relationship Type="http://schemas.openxmlformats.org/officeDocument/2006/relationships/slideLayout" Target="/ppt/slideLayouts/slideLayout4.xml" Id="R59328f2e5ba04ea5" /><Relationship Type="http://schemas.openxmlformats.org/officeDocument/2006/relationships/slideLayout" Target="/ppt/slideLayouts/slideLayout5.xml" Id="R294e05d08ad447a8" /><Relationship Type="http://schemas.openxmlformats.org/officeDocument/2006/relationships/slideLayout" Target="/ppt/slideLayouts/slideLayout6.xml" Id="Rf29e06fdc7d4470f" /><Relationship Type="http://schemas.openxmlformats.org/officeDocument/2006/relationships/slideLayout" Target="/ppt/slideLayouts/slideLayout7.xml" Id="Rec99d6a7f10e48de" /><Relationship Type="http://schemas.openxmlformats.org/officeDocument/2006/relationships/slideLayout" Target="/ppt/slideLayouts/slideLayout8.xml" Id="R14fdf237a2a1471c"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e892cf5bcc4ce7"/>
    <p:sldLayoutId xmlns:r="http://schemas.openxmlformats.org/officeDocument/2006/relationships" id="2147483650" r:id="R420e8b1196fc4079"/>
    <p:sldLayoutId xmlns:r="http://schemas.openxmlformats.org/officeDocument/2006/relationships" id="2147483651" r:id="R5559e8e49b014539"/>
    <p:sldLayoutId xmlns:r="http://schemas.openxmlformats.org/officeDocument/2006/relationships" id="2147483652" r:id="R59328f2e5ba04ea5"/>
    <p:sldLayoutId xmlns:r="http://schemas.openxmlformats.org/officeDocument/2006/relationships" id="2147483653" r:id="R294e05d08ad447a8"/>
    <p:sldLayoutId xmlns:r="http://schemas.openxmlformats.org/officeDocument/2006/relationships" id="2147483654" r:id="Rf29e06fdc7d4470f"/>
    <p:sldLayoutId xmlns:r="http://schemas.openxmlformats.org/officeDocument/2006/relationships" id="2147483655" r:id="Rec99d6a7f10e48de"/>
    <p:sldLayoutId xmlns:r="http://schemas.openxmlformats.org/officeDocument/2006/relationships" id="2147483656" r:id="R14fdf237a2a1471c"/>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b65e31f7b64e7c" /><Relationship Type="http://schemas.openxmlformats.org/officeDocument/2006/relationships/notesSlide" Target="/ppt/notesSlides/notesSlide1.xml" Id="R5a360f5a365a4c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0ef6566c4cf44e5" /><Relationship Type="http://schemas.openxmlformats.org/officeDocument/2006/relationships/notesSlide" Target="/ppt/notesSlides/notesSlide2.xml" Id="R0b8817816f4f43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8dc5c895dc945d7" /><Relationship Type="http://schemas.openxmlformats.org/officeDocument/2006/relationships/notesSlide" Target="/ppt/notesSlides/notesSlide3.xml" Id="R71520f62f8154d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bdb8b17262b45db" /><Relationship Type="http://schemas.openxmlformats.org/officeDocument/2006/relationships/chart" Target="/ppt/slides/charts/chart1.xml" Id="Rad04b43eb1f34af1" /><Relationship Type="http://schemas.openxmlformats.org/officeDocument/2006/relationships/notesSlide" Target="/ppt/notesSlides/notesSlide4.xml" Id="R21716845f68b42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47e55ea45bb049ce" /><Relationship Type="http://schemas.openxmlformats.org/officeDocument/2006/relationships/notesSlide" Target="/ppt/notesSlides/notesSlide5.xml" Id="R46026f4aac544b6e" /></Relationships>
</file>

<file path=ppt/slides/charts/chart1.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title>
      <c:layout>
        <c:manualLayout>
          <c:xMode val="edge"/>
          <c:yMode val="edge"/>
          <c:x val="0.013821697687269586"/>
          <c:y val="0.02527575450117403"/>
        </c:manualLayout>
      </c:layout>
      <c:overlay val="0"/>
      <c:txPr>
        <a:bodyPr xmlns:a="http://schemas.openxmlformats.org/drawingml/2006/main" rot="0" vert="horz" anchor="ctr" anchorCtr="1"/>
        <a:lstStyle xmlns:a="http://schemas.openxmlformats.org/drawingml/2006/main"/>
        <a:p xmlns:a="http://schemas.openxmlformats.org/drawingml/2006/main">
          <a:pPr>
            <a:defRPr sz="1800" b="0" i="0" u="none" spc="0">
              <a:solidFill>
                <a:schemeClr val="tx1"/>
              </a:solidFill>
              <a:latin typeface="+mn-lt"/>
              <a:ea typeface="+mn-lt"/>
              <a:cs typeface="+mn-lt"/>
            </a:defRPr>
          </a:pPr>
        </a:p>
      </c:txPr>
    </c:title>
    <c:autoTitleDeleted val="0"/>
    <c:plotArea>
      <c:layout>
        <c:manualLayout>
          <c:layoutTarget val="inner"/>
          <c:xMode val="edge"/>
          <c:yMode val="edge"/>
          <c:x val="0.08245552360503024"/>
          <c:y val="0.16727494328876974"/>
          <c:w val="0.8907956446698214"/>
          <c:h val="0.6966469621926458"/>
        </c:manualLayout>
      </c:layout>
      <c:barChart>
        <c:barDir val="col"/>
        <c:grouping val="clustered"/>
        <c:varyColors val="0"/>
        <c:ser>
          <c:idx val="0"/>
          <c:order val="0"/>
          <c:tx>
            <c:strRef>
              <c:f>Sheet1!$B$1</c:f>
              <c:strCache>
                <c:ptCount val="1"/>
                <c:pt idx="0">
                  <c:v>Series 1</c:v>
                </c:pt>
              </c:strCache>
            </c:strRef>
          </c:tx>
          <c:spPr>
            <a:solidFill xmlns:a="http://schemas.openxmlformats.org/drawingml/2006/main">
              <a:schemeClr val="accent1"/>
            </a:solidFill>
            <a:ln xmlns:a="http://schemas.openxmlformats.org/drawingml/2006/main">
              <a:noFill/>
            </a:ln>
          </c:spPr>
          <c:invertIfNegative val="0"/>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400" b="1" i="0" u="none" kern="1200" baseline="0">
                    <a:solidFill>
                      <a:schemeClr val="bg1"/>
                    </a:solidFill>
                    <a:latin typeface="+mn-lt"/>
                    <a:ea typeface="+mn-lt"/>
                    <a:cs typeface="+mn-lt"/>
                  </a:defRPr>
                </a:pPr>
              </a:p>
            </c:txPr>
            <c:dLblPos val="inEnd"/>
            <c:showLegendKey val="0"/>
            <c:showVal val="1"/>
            <c:showCatName val="0"/>
            <c:showSerName val="0"/>
            <c:showPercent val="0"/>
            <c:showBubbleSize val="0"/>
            <c:showLeaderLines val="0"/>
            <c:leaderLines>
              <c:spPr>
                <a:ln xmlns:a="http://schemas.openxmlformats.org/drawingml/2006/main" w="9525" cmpd="sng">
                  <a:solidFill>
                    <a:schemeClr val="tx1">
                      <a:lumMod val="35000"/>
                      <a:lumOff val="65000"/>
                    </a:schemeClr>
                  </a:solidFill>
                </a:ln>
              </c:spPr>
            </c:leaderLines>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1.6</c:v>
                </c:pt>
                <c:pt idx="1">
                  <c:v>2.2</c:v>
                </c:pt>
                <c:pt idx="2">
                  <c:v>3.5</c:v>
                </c:pt>
                <c:pt idx="3">
                  <c:v>5.8</c:v>
                </c:pt>
              </c:numCache>
            </c:numRef>
          </c:val>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Series 2</c:v>
                </c:pt>
              </c:strCache>
            </c:strRef>
          </c:tx>
          <c:spPr>
            <a:ln xmlns:a="http://schemas.openxmlformats.org/drawingml/2006/main" w="28575">
              <a:solidFill>
                <a:schemeClr val="tx2">
                  <a:lumMod val="50000"/>
                  <a:lumOff val="50000"/>
                </a:schemeClr>
              </a:solidFill>
            </a:ln>
          </c:spPr>
          <c:marker>
            <c:symbol val="circle"/>
            <c:size val="6"/>
            <c:spPr>
              <a:solidFill xmlns:a="http://schemas.openxmlformats.org/drawingml/2006/main">
                <a:schemeClr val="tx2">
                  <a:lumMod val="50000"/>
                  <a:lumOff val="50000"/>
                </a:schemeClr>
              </a:solidFill>
              <a:ln xmlns:a="http://schemas.openxmlformats.org/drawingml/2006/main" w="9525">
                <a:solidFill>
                  <a:schemeClr val="tx2">
                    <a:lumMod val="50000"/>
                    <a:lumOff val="50000"/>
                  </a:schemeClr>
                </a:solidFill>
              </a:ln>
            </c:spPr>
          </c:marke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400" b="1" i="0" u="none" kern="1200" baseline="0">
                    <a:solidFill>
                      <a:schemeClr val="tx1"/>
                    </a:solidFill>
                    <a:latin typeface="+mn-lt"/>
                    <a:ea typeface="+mn-lt"/>
                    <a:cs typeface="+mn-lt"/>
                  </a:defRPr>
                </a:pPr>
              </a:p>
            </c:txPr>
            <c:showLegendKey val="0"/>
            <c:showVal val="1"/>
            <c:showCatName val="0"/>
            <c:showSerName val="0"/>
            <c:showPercent val="0"/>
            <c:showBubbleSize val="0"/>
            <c:showLeaderLines val="0"/>
            <c:leaderLines>
              <c:spPr>
                <a:ln xmlns:a="http://schemas.openxmlformats.org/drawingml/2006/main" w="9525" cmpd="sng">
                  <a:solidFill>
                    <a:schemeClr val="tx1">
                      <a:lumMod val="35000"/>
                      <a:lumOff val="65000"/>
                    </a:schemeClr>
                  </a:solidFill>
                </a:ln>
              </c:spPr>
            </c:leaderLines>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1.7</c:v>
                </c:pt>
                <c:pt idx="1">
                  <c:v>2.4</c:v>
                </c:pt>
                <c:pt idx="2">
                  <c:v>5</c:v>
                </c:pt>
                <c:pt idx="3">
                  <c:v>8</c:v>
                </c:pt>
              </c:numCache>
            </c:numRef>
          </c:val>
          <c:smooth val="0"/>
        </c:ser>
        <c:dLbls>
          <c:showLegendKey val="0"/>
          <c:showVal val="0"/>
          <c:showCatName val="0"/>
          <c:showSerName val="0"/>
          <c:showPercent val="0"/>
          <c:showBubbleSize val="0"/>
        </c:dLbls>
        <c:smooth val="0"/>
        <c:axId val="1785928255"/>
        <c:axId val="1769229823"/>
      </c:lineChart>
      <c:catAx>
        <c:axId val="1785928255"/>
        <c:scaling>
          <c:orientation val="minMax"/>
        </c:scaling>
        <c:delete val="0"/>
        <c:axPos val="b"/>
        <c:numFmt formatCode="General" sourceLinked="1"/>
        <c:majorTickMark val="none"/>
        <c:minorTickMark val="none"/>
        <c:tickLblPos val="nextTo"/>
        <c:spPr>
          <a:ln xmlns:a="http://schemas.openxmlformats.org/drawingml/2006/main" w="9525" cmpd="sng">
            <a:solidFill>
              <a:schemeClr val="tx1"/>
            </a:solidFill>
          </a:ln>
        </c:spPr>
        <c:txPr>
          <a:bodyPr xmlns:a="http://schemas.openxmlformats.org/drawingml/2006/main" rot="-60000000" spcFirstLastPara="1" vert="horz" wrap="square" anchor="ctr" anchorCtr="1"/>
          <a:lstStyle xmlns:a="http://schemas.openxmlformats.org/drawingml/2006/main"/>
          <a:p xmlns:a="http://schemas.openxmlformats.org/drawingml/2006/main">
            <a:pPr>
              <a:defRPr sz="1100" b="0" i="0" u="none" kern="1200" baseline="0">
                <a:solidFill>
                  <a:schemeClr val="tx1"/>
                </a:solidFill>
                <a:latin typeface="+mn-lt"/>
                <a:ea typeface="+mn-lt"/>
                <a:cs typeface="+mn-lt"/>
              </a:defRPr>
            </a:pPr>
          </a:p>
        </c:txPr>
        <c:crossAx val="1769229823"/>
        <c:crosses val="autoZero"/>
        <c:lblAlgn val="ctr"/>
        <c:noMultiLvlLbl val="0"/>
        <c:lblOffset val="100"/>
      </c:catAx>
      <c:valAx>
        <c:axId val="1769229823"/>
        <c:scaling>
          <c:orientation val="minMax"/>
        </c:scaling>
        <c:delete val="0"/>
        <c:axPos val="l"/>
        <c:majorGridlines>
          <c:spPr>
            <a:ln xmlns:a="http://schemas.openxmlformats.org/drawingml/2006/main" w="9525" cmpd="sng">
              <a:noFill/>
            </a:ln>
          </c:spPr>
        </c:majorGridlines>
        <c:numFmt formatCode="General" sourceLinked="1"/>
        <c:majorTickMark val="none"/>
        <c:minorTickMark val="none"/>
        <c:tickLblPos val="nextTo"/>
        <c:spPr>
          <a:ln xmlns:a="http://schemas.openxmlformats.org/drawingml/2006/main">
            <a:noFill/>
          </a:ln>
        </c:spPr>
        <c:txPr>
          <a:bodyPr xmlns:a="http://schemas.openxmlformats.org/drawingml/2006/main" rot="-60000000" vert="horz" anchor="ctr" anchorCtr="1"/>
          <a:lstStyle xmlns:a="http://schemas.openxmlformats.org/drawingml/2006/main"/>
          <a:p xmlns:a="http://schemas.openxmlformats.org/drawingml/2006/main">
            <a:pPr>
              <a:defRPr sz="1100" b="0" i="0" u="none" kern="1200" baseline="0">
                <a:solidFill>
                  <a:schemeClr val="tx1"/>
                </a:solidFill>
                <a:latin typeface="Helvetica Neue Medium"/>
                <a:ea typeface="Helvetica Neue Medium"/>
                <a:cs typeface="Helvetica Neue Medium"/>
              </a:defRPr>
            </a:pPr>
          </a:p>
        </c:txPr>
        <c:crossAx val="1785928255"/>
        <c:crosses val="autoZero"/>
        <c:crossBetween val="between"/>
      </c:valAx>
      <c:spPr>
        <a:noFill xmlns:a="http://schemas.openxmlformats.org/drawingml/2006/main"/>
        <a:ln xmlns:a="http://schemas.openxmlformats.org/drawingml/2006/main">
          <a:noFill/>
        </a:ln>
      </c:spPr>
    </c:plotArea>
    <c:legend>
      <c:legendPos val="b"/>
      <c:layout>
        <c:manualLayout>
          <c:xMode val="edge"/>
          <c:yMode val="edge"/>
          <c:x val="0.5806745349794367"/>
          <c:y val="0.02738737462131148"/>
          <c:w val="0.3998733846690067"/>
          <c:h val="0.046123948895864915"/>
        </c:manualLayout>
      </c:layout>
      <c:overlay val="0"/>
      <c:spPr>
        <a:noFill xmlns:a="http://schemas.openxmlformats.org/drawingml/2006/main"/>
      </c:spPr>
      <c:txPr>
        <a:bodyPr xmlns:a="http://schemas.openxmlformats.org/drawingml/2006/main" rot="0" vert="horz" anchor="ctr" anchorCtr="1"/>
        <a:lstStyle xmlns:a="http://schemas.openxmlformats.org/drawingml/2006/main"/>
        <a:p xmlns:a="http://schemas.openxmlformats.org/drawingml/2006/main">
          <a:pPr>
            <a:defRPr sz="1197" b="0" i="0" u="none">
              <a:solidFill>
                <a:schemeClr val="tx1">
                  <a:lumMod val="65000"/>
                  <a:lumOff val="35000"/>
                </a:schemeClr>
              </a:solidFill>
              <a:latin typeface="+mn-lt"/>
              <a:ea typeface="+mn-lt"/>
              <a:cs typeface="+mn-lt"/>
            </a:defRPr>
          </a:pPr>
        </a:p>
      </c:txPr>
    </c:legend>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706809B0-D483-45C1-B580-B57BB5CC520A}"/>
              </a:ext>
            </a:extLst>
          </p:cNvPr>
          <p:cNvSpPr>
            <a:spLocks xmlns:a="http://schemas.openxmlformats.org/drawingml/2006/main" noGrp="1"/>
          </p:cNvSpPr>
          <p:nvPr>
            <p:ph type="ctrTitle" idx="0"/>
          </p:nvPr>
        </p:nvSpPr>
        <p:spPr>
          <a:xfrm xmlns:a="http://schemas.openxmlformats.org/drawingml/2006/main">
            <a:off x="569969" y="1444887"/>
            <a:ext cx="9448800" cy="1726468"/>
          </a:xfrm>
        </p:spPr>
        <p:txBody>
          <a:bodyPr xmlns:a="http://schemas.openxmlformats.org/drawingml/2006/main" anchor="t">
            <a:noAutofit/>
          </a:bodyPr>
          <a:lstStyle xmlns:a="http://schemas.openxmlformats.org/drawingml/2006/main"/>
          <a:p xmlns:a="http://schemas.openxmlformats.org/drawingml/2006/main">
            <a:r>
              <a:rPr sz="5500">
                <a:solidFill>
                  <a:schemeClr val="accent1"/>
                </a:solidFill>
                <a:latin typeface="Lora Medium"/>
                <a:ea typeface="Lora Medium"/>
                <a:cs typeface="Lora Medium"/>
              </a:rPr>
              <a:t>Enterprise Quarterly Business Review</a:t>
            </a:r>
          </a:p>
        </p:txBody>
      </p:sp>
      <p:sp>
        <p:nvSpPr>
          <p:cNvPr id="5" name="Subtitle 4">
            <a:extLst xmlns:a="http://schemas.openxmlformats.org/drawingml/2006/main">
              <a:ext uri="{FF2B5EF4-FFF2-40B4-BE49-F238E27FC236}">
                <a16:creationId xmlns:a16="http://schemas.microsoft.com/office/drawing/2014/main" id="{7DD11E6E-01C0-D6E4-28D7-D7F6B94AF61C}"/>
              </a:ext>
            </a:extLst>
          </p:cNvPr>
          <p:cNvSpPr>
            <a:spLocks xmlns:a="http://schemas.openxmlformats.org/drawingml/2006/main" noGrp="1"/>
          </p:cNvSpPr>
          <p:nvPr>
            <p:ph type="subTitle" idx="1"/>
          </p:nvPr>
        </p:nvSpPr>
        <p:spPr>
          <a:xfrm xmlns:a="http://schemas.openxmlformats.org/drawingml/2006/main">
            <a:off x="603019" y="5077241"/>
            <a:ext cx="6304556" cy="1076208"/>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p xmlns:a="http://schemas.openxmlformats.org/drawingml/2006/main">
            <a:pPr>
              <a:lnSpc>
                <a:spcPct val="120000"/>
              </a:lnSpc>
              <a:buNone/>
            </a:pPr>
            <a:r>
              <a:rPr sz="1400">
                <a:solidFill>
                  <a:schemeClr val="accent2">
                    <a:lumMod val="50000"/>
                  </a:schemeClr>
                </a:solidFill>
              </a:rPr>
              <a:t>A structured review of Q1 2025 performance, strategic outcomes, and the operational plan for Q2. This deck covers our scorecard against targets, key initiatives delivered, value created, critical learnings, and the decisions needed to accelerate execution in the next quarter.</a:t>
            </a:r>
          </a:p>
        </p:txBody>
      </p:sp>
      <p:sp>
        <p:nvSpPr>
          <p:cNvPr id="6" name="Subtitle 4">
            <a:extLst xmlns:a="http://schemas.openxmlformats.org/drawingml/2006/main">
              <a:ext uri="{FF2B5EF4-FFF2-40B4-BE49-F238E27FC236}">
                <a16:creationId xmlns:a16="http://schemas.microsoft.com/office/drawing/2014/main" id="{C66AB198-0518-67DE-AB81-D65264FDA20F}"/>
              </a:ext>
            </a:extLst>
          </p:cNvPr>
          <p:cNvSpPr>
            <a:spLocks xmlns:a="http://schemas.openxmlformats.org/drawingml/2006/main" noGrp="1"/>
          </p:cNvSpPr>
          <p:nvPr/>
        </p:nvSpPr>
        <p:spPr>
          <a:xfrm xmlns:a="http://schemas.openxmlformats.org/drawingml/2006/main">
            <a:off x="603018" y="4606175"/>
            <a:ext cx="6304556" cy="320279"/>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600" b="1">
                <a:solidFill>
                  <a:schemeClr val="accent1"/>
                </a:solidFill>
                <a:latin typeface="Roboto SemiBold"/>
                <a:ea typeface="Roboto SemiBold"/>
                <a:cs typeface="Roboto SemiBold"/>
              </a:rPr>
              <a:t>Q3 2026</a:t>
            </a:r>
          </a:p>
        </p:txBody>
      </p:sp>
      <p:sp>
        <p:nvSpPr>
          <p:cNvPr id="10" name="Subtitle 4">
            <a:extLst xmlns:a="http://schemas.openxmlformats.org/drawingml/2006/main">
              <a:ext uri="{FF2B5EF4-FFF2-40B4-BE49-F238E27FC236}">
                <a16:creationId xmlns:a16="http://schemas.microsoft.com/office/drawing/2014/main" id="{CC2E0538-5645-7BC8-CF3A-FDF31FD97820}"/>
              </a:ext>
            </a:extLst>
          </p:cNvPr>
          <p:cNvSpPr>
            <a:spLocks xmlns:a="http://schemas.openxmlformats.org/drawingml/2006/main" noGrp="1"/>
          </p:cNvSpPr>
          <p:nvPr/>
        </p:nvSpPr>
        <p:spPr>
          <a:xfrm xmlns:a="http://schemas.openxmlformats.org/drawingml/2006/main">
            <a:off x="603018" y="555606"/>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solidFill>
                  <a:schemeClr val="accent2">
                    <a:lumMod val="90000"/>
                  </a:schemeClr>
                </a:solidFill>
                <a:latin typeface="Roboto Medium"/>
                <a:ea typeface="Roboto Medium"/>
                <a:cs typeface="Roboto Medium"/>
              </a:rPr>
              <a:t>Company or team name</a:t>
            </a:r>
          </a:p>
        </p:txBody>
      </p:sp>
      <p:sp>
        <p:nvSpPr>
          <p:cNvPr id="7" name="Straight Connector 6">
            <a:extLst xmlns:a="http://schemas.openxmlformats.org/drawingml/2006/main">
              <a:ext uri="{FF2B5EF4-FFF2-40B4-BE49-F238E27FC236}">
                <a16:creationId xmlns:a16="http://schemas.microsoft.com/office/drawing/2014/main" id="{D126A173-71C3-4137-83E3-CD4811F2F068}"/>
              </a:ext>
            </a:extLst>
          </p:cNvPr>
          <p:cNvSpPr>
            <a:spLocks xmlns:a="http://schemas.openxmlformats.org/drawingml/2006/main" noGrp="1"/>
          </p:cNvSpPr>
          <p:nvPr/>
        </p:nvSpPr>
        <p:spPr>
          <a:xfrm xmlns:a="http://schemas.openxmlformats.org/drawingml/2006/main">
            <a:off x="-183260" y="3934067"/>
            <a:ext cx="12558520" cy="0"/>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6850885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62364BA1-18E6-4B0A-BB57-567C839EA645}"/>
              </a:ext>
            </a:extLst>
          </p:cNvPr>
          <p:cNvSpPr>
            <a:spLocks xmlns:a="http://schemas.openxmlformats.org/drawingml/2006/main" noGrp="1"/>
          </p:cNvSpPr>
          <p:nvPr>
            <p:ph idx="1"/>
          </p:nvPr>
        </p:nvSpPr>
        <p:spPr>
          <a:xfrm xmlns:a="http://schemas.openxmlformats.org/drawingml/2006/main">
            <a:off x="393699" y="2812968"/>
            <a:ext cx="5537200" cy="186590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 Proin </a:t>
            </a:r>
            <a:r>
              <a:rPr sz="1600">
                <a:latin typeface="Helvetica Neue"/>
                <a:ea typeface="Helvetica Neue"/>
                <a:cs typeface="Helvetica Neue"/>
              </a:rPr>
              <a:t>mattis</a:t>
            </a:r>
            <a:r>
              <a:rPr sz="1600">
                <a:latin typeface="Helvetica Neue"/>
                <a:ea typeface="Helvetica Neue"/>
                <a:cs typeface="Helvetica Neue"/>
              </a:rPr>
              <a:t> </a:t>
            </a:r>
            <a:r>
              <a:rPr sz="1600">
                <a:latin typeface="Helvetica Neue"/>
                <a:ea typeface="Helvetica Neue"/>
                <a:cs typeface="Helvetica Neue"/>
              </a:rPr>
              <a:t>nibh</a:t>
            </a:r>
            <a:r>
              <a:rPr sz="1600">
                <a:latin typeface="Helvetica Neue"/>
                <a:ea typeface="Helvetica Neue"/>
                <a:cs typeface="Helvetica Neue"/>
              </a:rPr>
              <a:t> </a:t>
            </a:r>
            <a:r>
              <a:rPr sz="1600">
                <a:latin typeface="Helvetica Neue"/>
                <a:ea typeface="Helvetica Neue"/>
                <a:cs typeface="Helvetica Neue"/>
              </a:rPr>
              <a:t>risus</a:t>
            </a:r>
            <a:r>
              <a:rPr sz="1600">
                <a:latin typeface="Helvetica Neue"/>
                <a:ea typeface="Helvetica Neue"/>
                <a:cs typeface="Helvetica Neue"/>
              </a:rPr>
              <a:t>. </a:t>
            </a:r>
            <a:r>
              <a:rPr sz="1600">
                <a:latin typeface="Helvetica Neue"/>
                <a:ea typeface="Helvetica Neue"/>
                <a:cs typeface="Helvetica Neue"/>
              </a:rPr>
              <a:t>Nulla</a:t>
            </a:r>
            <a:r>
              <a:rPr sz="1600">
                <a:latin typeface="Helvetica Neue"/>
                <a:ea typeface="Helvetica Neue"/>
                <a:cs typeface="Helvetica Neue"/>
              </a:rPr>
              <a:t> </a:t>
            </a:r>
            <a:r>
              <a:rPr sz="1600">
                <a:latin typeface="Helvetica Neue"/>
                <a:ea typeface="Helvetica Neue"/>
                <a:cs typeface="Helvetica Neue"/>
              </a:rPr>
              <a:t>tempor</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elementum</a:t>
            </a:r>
            <a:r>
              <a:rPr sz="1600">
                <a:latin typeface="Helvetica Neue"/>
                <a:ea typeface="Helvetica Neue"/>
                <a:cs typeface="Helvetica Neue"/>
              </a:rPr>
              <a:t> </a:t>
            </a:r>
            <a:r>
              <a:rPr sz="1600">
                <a:latin typeface="Helvetica Neue"/>
                <a:ea typeface="Helvetica Neue"/>
                <a:cs typeface="Helvetica Neue"/>
              </a:rPr>
              <a:t>dapibus</a:t>
            </a:r>
            <a:r>
              <a:rPr sz="1600">
                <a:latin typeface="Helvetica Neue"/>
                <a:ea typeface="Helvetica Neue"/>
                <a:cs typeface="Helvetica Neue"/>
              </a:rPr>
              <a:t>. Nam non ante quis </a:t>
            </a:r>
            <a:r>
              <a:rPr sz="1600">
                <a:latin typeface="Helvetica Neue"/>
                <a:ea typeface="Helvetica Neue"/>
                <a:cs typeface="Helvetica Neue"/>
              </a:rPr>
              <a:t>enim</a:t>
            </a:r>
            <a:r>
              <a:rPr sz="1600">
                <a:latin typeface="Helvetica Neue"/>
                <a:ea typeface="Helvetica Neue"/>
                <a:cs typeface="Helvetica Neue"/>
              </a:rPr>
              <a:t> </a:t>
            </a:r>
            <a:r>
              <a:rPr sz="1600">
                <a:latin typeface="Helvetica Neue"/>
                <a:ea typeface="Helvetica Neue"/>
                <a:cs typeface="Helvetica Neue"/>
              </a:rPr>
              <a:t>fringilla</a:t>
            </a:r>
            <a:r>
              <a:rPr sz="1600">
                <a:latin typeface="Helvetica Neue"/>
                <a:ea typeface="Helvetica Neue"/>
                <a:cs typeface="Helvetica Neue"/>
              </a:rPr>
              <a:t> tempus nec in </a:t>
            </a:r>
            <a:r>
              <a:rPr sz="1600">
                <a:latin typeface="Helvetica Neue"/>
                <a:ea typeface="Helvetica Neue"/>
                <a:cs typeface="Helvetica Neue"/>
              </a:rPr>
              <a:t>lectus</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 </a:t>
            </a:r>
          </a:p>
          <a:p xmlns:a="http://schemas.openxmlformats.org/drawingml/2006/main">
            <a:pPr marL="0" indent="0">
              <a:lnSpc>
                <a:spcPct val="114000"/>
              </a:lnSpc>
              <a:spcBef>
                <a:spcPts val="0"/>
              </a:spcBef>
              <a:spcAft>
                <a:spcPts val="800"/>
              </a:spcAft>
              <a:buNone/>
            </a:pPr>
            <a:endParaRPr sz="1600">
              <a:latin typeface="Helvetica Neue"/>
              <a:ea typeface="Helvetica Neue"/>
              <a:cs typeface="Helvetica Neue"/>
            </a:endParaRPr>
          </a:p>
        </p:txBody>
      </p:sp>
      <p:sp>
        <p:nvSpPr>
          <p:cNvPr id="532" name="Google Shape;532;p58">
            <a:extLst xmlns:a="http://schemas.openxmlformats.org/drawingml/2006/main">
              <a:ext uri="{FF2B5EF4-FFF2-40B4-BE49-F238E27FC236}">
                <a16:creationId xmlns:a16="http://schemas.microsoft.com/office/drawing/2014/main" id="{F46E8AD8-6697-4A91-924D-B10EB8ECDEC8}"/>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5" name="Google Shape;534;p58">
            <a:extLst xmlns:a="http://schemas.openxmlformats.org/drawingml/2006/main">
              <a:ext uri="{FF2B5EF4-FFF2-40B4-BE49-F238E27FC236}">
                <a16:creationId xmlns:a16="http://schemas.microsoft.com/office/drawing/2014/main" id="{A3548D03-1D0F-655D-DD48-D4BF5C80F44D}"/>
              </a:ext>
            </a:extLst>
          </p:cNvPr>
          <p:cNvSpPr>
            <a:spLocks xmlns:a="http://schemas.openxmlformats.org/drawingml/2006/main" noGrp="1"/>
          </p:cNvSpPr>
          <p:nvPr/>
        </p:nvSpPr>
        <p:spPr>
          <a:xfrm xmlns:a="http://schemas.openxmlformats.org/drawingml/2006/main">
            <a:off x="393700" y="2111025"/>
            <a:ext cx="1844403"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Quarter Status</a:t>
            </a:r>
            <a:endParaRPr sz="2000">
              <a:latin typeface="+mj-lt"/>
              <a:ea typeface="+mj-lt"/>
              <a:cs typeface="+mj-lt"/>
            </a:endParaRPr>
          </a:p>
        </p:txBody>
      </p:sp>
      <p:sp>
        <p:nvSpPr>
          <p:cNvPr id="6" name="Google Shape;534;p58">
            <a:extLst xmlns:a="http://schemas.openxmlformats.org/drawingml/2006/main">
              <a:ext uri="{FF2B5EF4-FFF2-40B4-BE49-F238E27FC236}">
                <a16:creationId xmlns:a16="http://schemas.microsoft.com/office/drawing/2014/main" id="{4051D0BE-5D22-BCB4-EADF-44F16643D9F5}"/>
              </a:ext>
            </a:extLst>
          </p:cNvPr>
          <p:cNvSpPr>
            <a:spLocks xmlns:a="http://schemas.openxmlformats.org/drawingml/2006/main" noGrp="1"/>
          </p:cNvSpPr>
          <p:nvPr/>
        </p:nvSpPr>
        <p:spPr>
          <a:xfrm xmlns:a="http://schemas.openxmlformats.org/drawingml/2006/main">
            <a:off x="6260109" y="2826992"/>
            <a:ext cx="5537200" cy="100108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a:t>
            </a:r>
          </a:p>
          <a:p xmlns:a="http://schemas.openxmlformats.org/drawingml/2006/main">
            <a:pPr marL="0" indent="0">
              <a:lnSpc>
                <a:spcPct val="114000"/>
              </a:lnSpc>
              <a:spcBef>
                <a:spcPts val="0"/>
              </a:spcBef>
              <a:spcAft>
                <a:spcPts val="800"/>
              </a:spcAft>
              <a:buFont typeface="Arial"/>
              <a:buNone/>
            </a:pPr>
            <a:endParaRPr sz="1600">
              <a:latin typeface="Helvetica Neue"/>
              <a:ea typeface="Helvetica Neue"/>
              <a:cs typeface="Helvetica Neue"/>
            </a:endParaRPr>
          </a:p>
        </p:txBody>
      </p:sp>
      <p:sp>
        <p:nvSpPr>
          <p:cNvPr id="7" name="Google Shape;534;p58">
            <a:extLst xmlns:a="http://schemas.openxmlformats.org/drawingml/2006/main">
              <a:ext uri="{FF2B5EF4-FFF2-40B4-BE49-F238E27FC236}">
                <a16:creationId xmlns:a16="http://schemas.microsoft.com/office/drawing/2014/main" id="{EE26938C-7FB7-798D-7C48-988932737F6D}"/>
              </a:ext>
            </a:extLst>
          </p:cNvPr>
          <p:cNvSpPr>
            <a:spLocks xmlns:a="http://schemas.openxmlformats.org/drawingml/2006/main" noGrp="1"/>
          </p:cNvSpPr>
          <p:nvPr/>
        </p:nvSpPr>
        <p:spPr>
          <a:xfrm xmlns:a="http://schemas.openxmlformats.org/drawingml/2006/main">
            <a:off x="6260109" y="2344035"/>
            <a:ext cx="5537200"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The Single Most Important Insight</a:t>
            </a:r>
            <a:endParaRPr sz="2000">
              <a:latin typeface="+mj-lt"/>
              <a:ea typeface="+mj-lt"/>
              <a:cs typeface="+mj-lt"/>
            </a:endParaRPr>
          </a:p>
        </p:txBody>
      </p:sp>
      <p:sp>
        <p:nvSpPr>
          <p:cNvPr id="10" name="Title 2">
            <a:extLst xmlns:a="http://schemas.openxmlformats.org/drawingml/2006/main">
              <a:ext uri="{FF2B5EF4-FFF2-40B4-BE49-F238E27FC236}">
                <a16:creationId xmlns:a16="http://schemas.microsoft.com/office/drawing/2014/main" id="{944AF173-BF22-B5ED-B88F-9080D8699E64}"/>
              </a:ext>
            </a:extLst>
          </p:cNvPr>
          <p:cNvSpPr>
            <a:spLocks xmlns:a="http://schemas.openxmlformats.org/drawingml/2006/main" noGrp="1"/>
          </p:cNvSpPr>
          <p:nvPr>
            <p:ph type="title" idx="0"/>
          </p:nvPr>
        </p:nvSpPr>
        <p:spPr>
          <a:xfrm xmlns:a="http://schemas.openxmlformats.org/drawingml/2006/main">
            <a:off x="393699" y="1046195"/>
            <a:ext cx="11403610" cy="623819"/>
          </a:xfrm>
        </p:spPr>
        <p:txBody>
          <a:bodyPr xmlns:a="http://schemas.openxmlformats.org/drawingml/2006/main">
            <a:normAutofit/>
          </a:bodyPr>
          <a:lstStyle xmlns:a="http://schemas.openxmlformats.org/drawingml/2006/main"/>
          <a:p xmlns:a="http://schemas.openxmlformats.org/drawingml/2006/main">
            <a:r>
              <a:t>Quarter recap, verdict and asks</a:t>
            </a:r>
          </a:p>
        </p:txBody>
      </p:sp>
      <p:sp>
        <p:nvSpPr>
          <p:cNvPr id="11" name="Subtitle 4">
            <a:extLst xmlns:a="http://schemas.openxmlformats.org/drawingml/2006/main">
              <a:ext uri="{FF2B5EF4-FFF2-40B4-BE49-F238E27FC236}">
                <a16:creationId xmlns:a16="http://schemas.microsoft.com/office/drawing/2014/main" id="{42E9C51D-AB09-8D83-4157-006D57137348}"/>
              </a:ext>
            </a:extLst>
          </p:cNvPr>
          <p:cNvSpPr>
            <a:spLocks xmlns:a="http://schemas.openxmlformats.org/drawingml/2006/main" noGrp="1"/>
          </p:cNvSpPr>
          <p:nvPr/>
        </p:nvSpPr>
        <p:spPr>
          <a:xfrm xmlns:a="http://schemas.openxmlformats.org/drawingml/2006/main">
            <a:off x="393699" y="392242"/>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solidFill>
                  <a:schemeClr val="accent1"/>
                </a:solidFill>
                <a:latin typeface="Roboto Medium"/>
                <a:ea typeface="Roboto Medium"/>
                <a:cs typeface="Roboto Medium"/>
              </a:rPr>
              <a:t>Executive Summary</a:t>
            </a:r>
          </a:p>
        </p:txBody>
      </p:sp>
      <p:sp>
        <p:nvSpPr>
          <p:cNvPr id="15" name="Straight Connector 14">
            <a:extLst xmlns:a="http://schemas.openxmlformats.org/drawingml/2006/main">
              <a:ext uri="{FF2B5EF4-FFF2-40B4-BE49-F238E27FC236}">
                <a16:creationId xmlns:a16="http://schemas.microsoft.com/office/drawing/2014/main" id="{1F47DA24-5818-477A-93AC-C9F6A9E4501C}"/>
              </a:ext>
            </a:extLst>
          </p:cNvPr>
          <p:cNvSpPr>
            <a:spLocks xmlns:a="http://schemas.openxmlformats.org/drawingml/2006/main" noGrp="1"/>
          </p:cNvSpPr>
          <p:nvPr/>
        </p:nvSpPr>
        <p:spPr>
          <a:xfrm xmlns:a="http://schemas.openxmlformats.org/drawingml/2006/main">
            <a:off x="6261100" y="4039769"/>
            <a:ext cx="5537200" cy="0"/>
          </a:xfrm>
          <a:prstGeom xmlns:a="http://schemas.openxmlformats.org/drawingml/2006/main" prst="line">
            <a:avLst/>
          </a:prstGeom>
          <a:ln xmlns:a="http://schemas.openxmlformats.org/drawingml/2006/main" w="12700">
            <a:solidFill>
              <a:schemeClr val="accent2">
                <a:lumMod val="9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Google Shape;534;p58">
            <a:extLst xmlns:a="http://schemas.openxmlformats.org/drawingml/2006/main">
              <a:ext uri="{FF2B5EF4-FFF2-40B4-BE49-F238E27FC236}">
                <a16:creationId xmlns:a16="http://schemas.microsoft.com/office/drawing/2014/main" id="{108E1773-B682-C5EE-6944-58546A384F37}"/>
              </a:ext>
            </a:extLst>
          </p:cNvPr>
          <p:cNvSpPr>
            <a:spLocks xmlns:a="http://schemas.openxmlformats.org/drawingml/2006/main" noGrp="1"/>
          </p:cNvSpPr>
          <p:nvPr/>
        </p:nvSpPr>
        <p:spPr>
          <a:xfrm xmlns:a="http://schemas.openxmlformats.org/drawingml/2006/main">
            <a:off x="6260109" y="4867987"/>
            <a:ext cx="5537200" cy="120023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a:t>
            </a:r>
          </a:p>
          <a:p xmlns:a="http://schemas.openxmlformats.org/drawingml/2006/main">
            <a:pPr marL="0" indent="0">
              <a:lnSpc>
                <a:spcPct val="114000"/>
              </a:lnSpc>
              <a:spcBef>
                <a:spcPts val="0"/>
              </a:spcBef>
              <a:spcAft>
                <a:spcPts val="800"/>
              </a:spcAft>
              <a:buFont typeface="Arial"/>
              <a:buNone/>
            </a:pPr>
            <a:endParaRPr sz="1600">
              <a:latin typeface="Helvetica Neue"/>
              <a:ea typeface="Helvetica Neue"/>
              <a:cs typeface="Helvetica Neue"/>
            </a:endParaRPr>
          </a:p>
        </p:txBody>
      </p:sp>
      <p:sp>
        <p:nvSpPr>
          <p:cNvPr id="17" name="Google Shape;534;p58">
            <a:extLst xmlns:a="http://schemas.openxmlformats.org/drawingml/2006/main">
              <a:ext uri="{FF2B5EF4-FFF2-40B4-BE49-F238E27FC236}">
                <a16:creationId xmlns:a16="http://schemas.microsoft.com/office/drawing/2014/main" id="{1C1F2FD8-0D30-C7BF-5234-6F0EE46F0DC3}"/>
              </a:ext>
            </a:extLst>
          </p:cNvPr>
          <p:cNvSpPr>
            <a:spLocks xmlns:a="http://schemas.openxmlformats.org/drawingml/2006/main" noGrp="1"/>
          </p:cNvSpPr>
          <p:nvPr/>
        </p:nvSpPr>
        <p:spPr>
          <a:xfrm xmlns:a="http://schemas.openxmlformats.org/drawingml/2006/main">
            <a:off x="6260109" y="4385030"/>
            <a:ext cx="5537200"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The Leadership Decision Required</a:t>
            </a:r>
            <a:endParaRPr sz="2000">
              <a:latin typeface="+mj-lt"/>
              <a:ea typeface="+mj-lt"/>
              <a:cs typeface="+mj-lt"/>
            </a:endParaRPr>
          </a:p>
        </p:txBody>
      </p:sp>
      <p:sp>
        <p:nvSpPr>
          <p:cNvPr id="3" name="Rounded Rectangle 2">
            <a:extLst xmlns:a="http://schemas.openxmlformats.org/drawingml/2006/main">
              <a:ext uri="{FF2B5EF4-FFF2-40B4-BE49-F238E27FC236}">
                <a16:creationId xmlns:a16="http://schemas.microsoft.com/office/drawing/2014/main" id="{F16B487F-1A7A-C301-4AB8-8DC1C19839AB}"/>
              </a:ext>
            </a:extLst>
          </p:cNvPr>
          <p:cNvSpPr>
            <a:spLocks xmlns:a="http://schemas.openxmlformats.org/drawingml/2006/main" noGrp="1"/>
          </p:cNvSpPr>
          <p:nvPr/>
        </p:nvSpPr>
        <p:spPr>
          <a:xfrm xmlns:a="http://schemas.openxmlformats.org/drawingml/2006/main">
            <a:off x="2349499" y="2093356"/>
            <a:ext cx="2271780" cy="402442"/>
          </a:xfrm>
          <a:prstGeom xmlns:a="http://schemas.openxmlformats.org/drawingml/2006/main" prst="roundRect">
            <a:avLst>
              <a:gd name="adj" fmla="val 15738"/>
            </a:avLst>
          </a:prstGeom>
          <a:solidFill xmlns:a="http://schemas.openxmlformats.org/drawingml/2006/main">
            <a:schemeClr val="accent1">
              <a:alpha val="24648"/>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accent1"/>
                </a:solidFill>
              </a:rPr>
              <a:t>Status copy here</a:t>
            </a:r>
          </a:p>
        </p:txBody>
      </p:sp>
      <p:sp>
        <p:nvSpPr>
          <p:cNvPr id="14" name="TextBox 13">
            <a:extLst xmlns:a="http://schemas.openxmlformats.org/drawingml/2006/main">
              <a:ext uri="{FF2B5EF4-FFF2-40B4-BE49-F238E27FC236}">
                <a16:creationId xmlns:a16="http://schemas.microsoft.com/office/drawing/2014/main" id="{F3AF61EC-DBA0-BFB1-3293-0BF5DB670691}"/>
              </a:ext>
            </a:extLst>
          </p:cNvPr>
          <p:cNvSpPr>
            <a:spLocks xmlns:a="http://schemas.openxmlformats.org/drawingml/2006/main" noGrp="1"/>
          </p:cNvSpPr>
          <p:nvPr/>
        </p:nvSpPr>
        <p:spPr>
          <a:xfrm xmlns:a="http://schemas.openxmlformats.org/drawingml/2006/main">
            <a:off x="393699" y="4756098"/>
            <a:ext cx="5537199" cy="29416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Bottom line</a:t>
            </a:r>
          </a:p>
        </p:txBody>
      </p:sp>
      <p:sp>
        <p:nvSpPr>
          <p:cNvPr id="18" name="Google Shape;534;p58">
            <a:extLst xmlns:a="http://schemas.openxmlformats.org/drawingml/2006/main">
              <a:ext uri="{FF2B5EF4-FFF2-40B4-BE49-F238E27FC236}">
                <a16:creationId xmlns:a16="http://schemas.microsoft.com/office/drawing/2014/main" id="{47E14DB1-10CD-1A00-06DC-F11F90562A04}"/>
              </a:ext>
            </a:extLst>
          </p:cNvPr>
          <p:cNvSpPr>
            <a:spLocks xmlns:a="http://schemas.openxmlformats.org/drawingml/2006/main" noGrp="1"/>
          </p:cNvSpPr>
          <p:nvPr/>
        </p:nvSpPr>
        <p:spPr>
          <a:xfrm xmlns:a="http://schemas.openxmlformats.org/drawingml/2006/main">
            <a:off x="386251" y="5134071"/>
            <a:ext cx="5537200" cy="86032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a:t>
            </a:r>
          </a:p>
        </p:txBody>
      </p:sp>
    </p:spTree>
    <p:extLst>
      <p:ext uri="{BB962C8B-B14F-4D97-AF65-F5344CB8AC3E}">
        <p14:creationId xmlns:p14="http://schemas.microsoft.com/office/powerpoint/2010/main" val="163665301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a:p xmlns:a="http://schemas.openxmlformats.org/drawingml/2006/main">
            <a:pPr marL="0" indent="0">
              <a:lnSpc>
                <a:spcPct val="114000"/>
              </a:lnSpc>
              <a:spcBef>
                <a:spcPts val="0"/>
              </a:spcBef>
              <a:spcAft>
                <a:spcPts val="800"/>
              </a:spcAft>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a:p xmlns:a="http://schemas.openxmlformats.org/drawingml/2006/main">
            <a:pPr marL="0" indent="0">
              <a:lnSpc>
                <a:spcPct val="114000"/>
              </a:lnSpc>
              <a:spcBef>
                <a:spcPts val="0"/>
              </a:spcBef>
              <a:spcAft>
                <a:spcPts val="800"/>
              </a:spcAft>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55026"/>
            <a:ext cx="7835900" cy="102927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Two column layout</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a:p xmlns:a="http://schemas.openxmlformats.org/drawingml/2006/main">
            <a:pPr marL="0" indent="0">
              <a:lnSpc>
                <a:spcPct val="114000"/>
              </a:lnSpc>
              <a:spcBef>
                <a:spcPts val="0"/>
              </a:spcBef>
              <a:spcAft>
                <a:spcPts val="800"/>
              </a:spcAft>
              <a:buFont typeface="Arial"/>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a:p xmlns:a="http://schemas.openxmlformats.org/drawingml/2006/main">
            <a:pPr marL="0" indent="0">
              <a:lnSpc>
                <a:spcPct val="114000"/>
              </a:lnSpc>
              <a:spcBef>
                <a:spcPts val="0"/>
              </a:spcBef>
              <a:spcAft>
                <a:spcPts val="800"/>
              </a:spcAft>
              <a:buFont typeface="Arial"/>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3700" y="1310936"/>
            <a:ext cx="5537200" cy="71931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mj-lt"/>
                <a:ea typeface="+mj-lt"/>
                <a:cs typeface="+mj-lt"/>
              </a:rPr>
              <a:t>Lorem ipsum dolor sit </a:t>
            </a:r>
            <a:r>
              <a:rPr sz="2000">
                <a:latin typeface="+mj-lt"/>
                <a:ea typeface="+mj-lt"/>
                <a:cs typeface="+mj-lt"/>
              </a:rPr>
              <a:t>amet</a:t>
            </a:r>
            <a:r>
              <a:rPr sz="2000">
                <a:latin typeface="+mj-lt"/>
                <a:ea typeface="+mj-lt"/>
                <a:cs typeface="+mj-lt"/>
              </a:rPr>
              <a:t>, </a:t>
            </a:r>
            <a:r>
              <a:rPr sz="2000">
                <a:latin typeface="+mj-lt"/>
                <a:ea typeface="+mj-lt"/>
                <a:cs typeface="+mj-lt"/>
              </a:rPr>
              <a:t>consectetur</a:t>
            </a:r>
            <a:r>
              <a:rPr sz="2000">
                <a:latin typeface="+mj-lt"/>
                <a:ea typeface="+mj-lt"/>
                <a:cs typeface="+mj-lt"/>
              </a:rPr>
              <a:t> </a:t>
            </a:r>
            <a:r>
              <a:rPr sz="2000">
                <a:latin typeface="+mj-lt"/>
                <a:ea typeface="+mj-lt"/>
                <a:cs typeface="+mj-lt"/>
              </a:rPr>
              <a:t>adipiscing</a:t>
            </a:r>
            <a:r>
              <a:rPr sz="2000">
                <a:latin typeface="+mj-lt"/>
                <a:ea typeface="+mj-lt"/>
                <a:cs typeface="+mj-lt"/>
              </a:rPr>
              <a:t> </a:t>
            </a:r>
            <a:r>
              <a:rPr sz="2000">
                <a:latin typeface="+mj-lt"/>
                <a:ea typeface="+mj-lt"/>
                <a:cs typeface="+mj-lt"/>
              </a:rPr>
              <a:t>elit</a:t>
            </a:r>
            <a:r>
              <a:rPr sz="2000">
                <a:latin typeface="+mj-lt"/>
                <a:ea typeface="+mj-lt"/>
                <a:cs typeface="+mj-lt"/>
              </a:rPr>
              <a:t>. </a:t>
            </a:r>
            <a:r>
              <a:rPr sz="2000">
                <a:latin typeface="+mj-lt"/>
                <a:ea typeface="+mj-lt"/>
                <a:cs typeface="+mj-lt"/>
              </a:rPr>
              <a:t>Pellentesque</a:t>
            </a:r>
            <a:r>
              <a:rPr sz="2000">
                <a:latin typeface="+mj-lt"/>
                <a:ea typeface="+mj-lt"/>
                <a:cs typeface="+mj-lt"/>
              </a:rPr>
              <a:t> </a:t>
            </a:r>
            <a:r>
              <a:rPr sz="2000">
                <a:latin typeface="+mj-lt"/>
                <a:ea typeface="+mj-lt"/>
                <a:cs typeface="+mj-lt"/>
              </a:rPr>
              <a:t>ultricies</a:t>
            </a:r>
            <a:r>
              <a:rPr sz="2000">
                <a:latin typeface="+mj-lt"/>
                <a:ea typeface="+mj-lt"/>
                <a:cs typeface="+mj-lt"/>
              </a:rPr>
              <a:t>.</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F29587C6-818E-614C-4E8F-CD264BB5DD4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10</a:t>
            </a:fld>
            <a:endParaRPr/>
          </a:p>
        </p:txBody>
      </p:sp>
      <p:sp>
        <p:nvSpPr>
          <p:cNvPr id="533" name="Google Shape;533;p58">
            <a:extLst xmlns:a="http://schemas.openxmlformats.org/drawingml/2006/main">
              <a:ext uri="{FF2B5EF4-FFF2-40B4-BE49-F238E27FC236}">
                <a16:creationId xmlns:a16="http://schemas.microsoft.com/office/drawing/2014/main" id="{E3FE1DBC-074A-B31C-7363-7F3B84443707}"/>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Chart with three cards</a:t>
            </a:r>
            <a:endParaRPr>
              <a:solidFill>
                <a:schemeClr val="accent1"/>
              </a:solidFill>
            </a:endParaRPr>
          </a:p>
        </p:txBody>
      </p:sp>
      <p:graphicFrame>
        <p:nvGraphicFramePr>
          <p:cNvPr id="537" name="Chart 3"/>
          <p:cNvGraphicFramePr/>
          <p:nvPr/>
        </p:nvGraphicFramePr>
        <p:xfrm>
          <a:off xmlns:a="http://schemas.openxmlformats.org/drawingml/2006/main" x="408690" y="1023105"/>
          <a:ext xmlns:a="http://schemas.openxmlformats.org/drawingml/2006/main" cx="5124182" cy="5225194"/>
        </p:xfrm>
        <a:graphic xmlns:a="http://schemas.openxmlformats.org/drawingml/2006/main">
          <a:graphicData uri="http://schemas.openxmlformats.org/drawingml/2006/chart">
            <c:chart xmlns:r="http://schemas.openxmlformats.org/officeDocument/2006/relationships" xmlns:c="http://schemas.openxmlformats.org/drawingml/2006/chart" r:id="Rad04b43eb1f34af1"/>
          </a:graphicData>
        </a:graphic>
      </p:graphicFrame>
      <p:sp>
        <p:nvSpPr>
          <p:cNvPr id="5" name="Footer Placeholder 4">
            <a:extLst xmlns:a="http://schemas.openxmlformats.org/drawingml/2006/main">
              <a:ext uri="{FF2B5EF4-FFF2-40B4-BE49-F238E27FC236}">
                <a16:creationId xmlns:a16="http://schemas.microsoft.com/office/drawing/2014/main" id="{41655C29-3D04-D88C-395C-E6000B5894F9}"/>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6" name="Rounded Rectangle 5">
            <a:extLst xmlns:a="http://schemas.openxmlformats.org/drawingml/2006/main">
              <a:ext uri="{FF2B5EF4-FFF2-40B4-BE49-F238E27FC236}">
                <a16:creationId xmlns:a16="http://schemas.microsoft.com/office/drawing/2014/main" id="{DEFFCFBF-F669-9423-2DB8-D166659E1B79}"/>
              </a:ext>
            </a:extLst>
          </p:cNvPr>
          <p:cNvSpPr>
            <a:spLocks xmlns:a="http://schemas.openxmlformats.org/drawingml/2006/main" noGrp="1"/>
          </p:cNvSpPr>
          <p:nvPr/>
        </p:nvSpPr>
        <p:spPr>
          <a:xfrm xmlns:a="http://schemas.openxmlformats.org/drawingml/2006/main">
            <a:off x="6264412" y="2374900"/>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Rounded Rectangle 10">
            <a:extLst xmlns:a="http://schemas.openxmlformats.org/drawingml/2006/main">
              <a:ext uri="{FF2B5EF4-FFF2-40B4-BE49-F238E27FC236}">
                <a16:creationId xmlns:a16="http://schemas.microsoft.com/office/drawing/2014/main" id="{2B25D3D5-48E8-D985-A4A9-9DA67A423BF8}"/>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2" name="Content Placeholder 10">
            <a:extLst xmlns:a="http://schemas.openxmlformats.org/drawingml/2006/main">
              <a:ext uri="{FF2B5EF4-FFF2-40B4-BE49-F238E27FC236}">
                <a16:creationId xmlns:a16="http://schemas.microsoft.com/office/drawing/2014/main" id="{993A9C42-081B-E830-D8CB-13511AF87915}"/>
              </a:ext>
            </a:extLst>
          </p:cNvPr>
          <p:cNvSpPr>
            <a:spLocks xmlns:a="http://schemas.openxmlformats.org/drawingml/2006/main" noGrp="1"/>
          </p:cNvSpPr>
          <p:nvPr/>
        </p:nvSpPr>
        <p:spPr>
          <a:xfrm xmlns:a="http://schemas.openxmlformats.org/drawingml/2006/main">
            <a:off x="6558438" y="3088295"/>
            <a:ext cx="498688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Lorem ipsum dolor sit </a:t>
            </a:r>
            <a:r>
              <a:rPr sz="1600" b="0" i="0" u="none" cap="none" spc="0">
                <a:ln>
                  <a:noFill/>
                </a:ln>
                <a:latin typeface="Helvetica Neue"/>
                <a:ea typeface="Helvetica Neue"/>
                <a:cs typeface="Helvetica Neue"/>
              </a:rPr>
              <a:t>amet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consectetur</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adipiscing</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elit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Pellentesque</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ultricies</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quam</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massa</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luctus</a:t>
            </a:r>
            <a:r>
              <a:rPr sz="1600" b="0" i="0" u="none" cap="none" spc="0">
                <a:ln>
                  <a:noFill/>
                </a:ln>
                <a:latin typeface="Helvetica Neue"/>
                <a:ea typeface="Helvetica Neue"/>
                <a:cs typeface="Helvetica Neue"/>
              </a:rPr>
              <a:t>. </a:t>
            </a:r>
          </a:p>
        </p:txBody>
      </p:sp>
      <p:sp>
        <p:nvSpPr>
          <p:cNvPr id="13" name="TextBox 12">
            <a:extLst xmlns:a="http://schemas.openxmlformats.org/drawingml/2006/main">
              <a:ext uri="{FF2B5EF4-FFF2-40B4-BE49-F238E27FC236}">
                <a16:creationId xmlns:a16="http://schemas.microsoft.com/office/drawing/2014/main" id="{F3899B51-315F-2B69-8DFE-6F0EE585DE74}"/>
              </a:ext>
            </a:extLst>
          </p:cNvPr>
          <p:cNvSpPr>
            <a:spLocks xmlns:a="http://schemas.openxmlformats.org/drawingml/2006/main" noGrp="1"/>
          </p:cNvSpPr>
          <p:nvPr/>
        </p:nvSpPr>
        <p:spPr>
          <a:xfrm xmlns:a="http://schemas.openxmlformats.org/drawingml/2006/main">
            <a:off x="6555127" y="2631212"/>
            <a:ext cx="4986886" cy="28725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Topic title goes here</a:t>
            </a:r>
          </a:p>
        </p:txBody>
      </p:sp>
      <p:sp>
        <p:nvSpPr>
          <p:cNvPr id="14" name="Content Placeholder 10">
            <a:extLst xmlns:a="http://schemas.openxmlformats.org/drawingml/2006/main">
              <a:ext uri="{FF2B5EF4-FFF2-40B4-BE49-F238E27FC236}">
                <a16:creationId xmlns:a16="http://schemas.microsoft.com/office/drawing/2014/main" id="{DBE99E9C-A611-68DB-873D-1306B6DA4538}"/>
              </a:ext>
            </a:extLst>
          </p:cNvPr>
          <p:cNvSpPr>
            <a:spLocks xmlns:a="http://schemas.openxmlformats.org/drawingml/2006/main" noGrp="1"/>
          </p:cNvSpPr>
          <p:nvPr/>
        </p:nvSpPr>
        <p:spPr>
          <a:xfrm xmlns:a="http://schemas.openxmlformats.org/drawingml/2006/main">
            <a:off x="6558438" y="5094931"/>
            <a:ext cx="498688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Lorem ipsum dolor sit </a:t>
            </a:r>
            <a:r>
              <a:rPr sz="1600" b="0" i="0" u="none" cap="none" spc="0">
                <a:ln>
                  <a:noFill/>
                </a:ln>
                <a:latin typeface="Helvetica Neue"/>
                <a:ea typeface="Helvetica Neue"/>
                <a:cs typeface="Helvetica Neue"/>
              </a:rPr>
              <a:t>amet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consectetur</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adipiscing</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elit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Pellentesque</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ultricies</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quam</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massa</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luctus</a:t>
            </a:r>
            <a:r>
              <a:rPr sz="1600" b="0" i="0" u="none" cap="none" spc="0">
                <a:ln>
                  <a:noFill/>
                </a:ln>
                <a:latin typeface="Helvetica Neue"/>
                <a:ea typeface="Helvetica Neue"/>
                <a:cs typeface="Helvetica Neue"/>
              </a:rPr>
              <a:t>. </a:t>
            </a:r>
          </a:p>
        </p:txBody>
      </p:sp>
      <p:sp>
        <p:nvSpPr>
          <p:cNvPr id="15" name="TextBox 14">
            <a:extLst xmlns:a="http://schemas.openxmlformats.org/drawingml/2006/main">
              <a:ext uri="{FF2B5EF4-FFF2-40B4-BE49-F238E27FC236}">
                <a16:creationId xmlns:a16="http://schemas.microsoft.com/office/drawing/2014/main" id="{5A7172E7-1168-69D9-D755-CC735D3A9194}"/>
              </a:ext>
            </a:extLst>
          </p:cNvPr>
          <p:cNvSpPr>
            <a:spLocks xmlns:a="http://schemas.openxmlformats.org/drawingml/2006/main" noGrp="1"/>
          </p:cNvSpPr>
          <p:nvPr/>
        </p:nvSpPr>
        <p:spPr>
          <a:xfrm xmlns:a="http://schemas.openxmlformats.org/drawingml/2006/main">
            <a:off x="6555127" y="4637848"/>
            <a:ext cx="4986886" cy="28725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Topic title goes here</a:t>
            </a:r>
          </a:p>
        </p:txBody>
      </p:sp>
      <p:sp>
        <p:nvSpPr>
          <p:cNvPr id="16" name="Rounded Rectangle 15">
            <a:extLst xmlns:a="http://schemas.openxmlformats.org/drawingml/2006/main">
              <a:ext uri="{FF2B5EF4-FFF2-40B4-BE49-F238E27FC236}">
                <a16:creationId xmlns:a16="http://schemas.microsoft.com/office/drawing/2014/main" id="{B252D751-7B28-98E9-CF7E-0EB98657E0AF}"/>
              </a:ext>
            </a:extLst>
          </p:cNvPr>
          <p:cNvSpPr>
            <a:spLocks xmlns:a="http://schemas.openxmlformats.org/drawingml/2006/main" noGrp="1"/>
          </p:cNvSpPr>
          <p:nvPr/>
        </p:nvSpPr>
        <p:spPr>
          <a:xfrm xmlns:a="http://schemas.openxmlformats.org/drawingml/2006/main">
            <a:off x="6264412" y="391117"/>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7" name="Content Placeholder 10">
            <a:extLst xmlns:a="http://schemas.openxmlformats.org/drawingml/2006/main">
              <a:ext uri="{FF2B5EF4-FFF2-40B4-BE49-F238E27FC236}">
                <a16:creationId xmlns:a16="http://schemas.microsoft.com/office/drawing/2014/main" id="{07D94FB0-B75A-4229-2FD1-CA1FAAC57998}"/>
              </a:ext>
            </a:extLst>
          </p:cNvPr>
          <p:cNvSpPr>
            <a:spLocks xmlns:a="http://schemas.openxmlformats.org/drawingml/2006/main" noGrp="1"/>
          </p:cNvSpPr>
          <p:nvPr/>
        </p:nvSpPr>
        <p:spPr>
          <a:xfrm xmlns:a="http://schemas.openxmlformats.org/drawingml/2006/main">
            <a:off x="6558438" y="1104512"/>
            <a:ext cx="498688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Lorem ipsum dolor sit </a:t>
            </a:r>
            <a:r>
              <a:rPr sz="1600" b="0" i="0" u="none" cap="none" spc="0">
                <a:ln>
                  <a:noFill/>
                </a:ln>
                <a:latin typeface="Helvetica Neue"/>
                <a:ea typeface="Helvetica Neue"/>
                <a:cs typeface="Helvetica Neue"/>
              </a:rPr>
              <a:t>amet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consectetur</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adipiscing</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elit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Pellentesque</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ultricies</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quam</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massa</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luctus</a:t>
            </a:r>
            <a:r>
              <a:rPr sz="1600" b="0" i="0" u="none" cap="none" spc="0">
                <a:ln>
                  <a:noFill/>
                </a:ln>
                <a:latin typeface="Helvetica Neue"/>
                <a:ea typeface="Helvetica Neue"/>
                <a:cs typeface="Helvetica Neue"/>
              </a:rPr>
              <a:t>. </a:t>
            </a:r>
          </a:p>
        </p:txBody>
      </p:sp>
      <p:sp>
        <p:nvSpPr>
          <p:cNvPr id="18" name="TextBox 17">
            <a:extLst xmlns:a="http://schemas.openxmlformats.org/drawingml/2006/main">
              <a:ext uri="{FF2B5EF4-FFF2-40B4-BE49-F238E27FC236}">
                <a16:creationId xmlns:a16="http://schemas.microsoft.com/office/drawing/2014/main" id="{20D1D081-A168-A031-F892-8E2476A4AF34}"/>
              </a:ext>
            </a:extLst>
          </p:cNvPr>
          <p:cNvSpPr>
            <a:spLocks xmlns:a="http://schemas.openxmlformats.org/drawingml/2006/main" noGrp="1"/>
          </p:cNvSpPr>
          <p:nvPr/>
        </p:nvSpPr>
        <p:spPr>
          <a:xfrm xmlns:a="http://schemas.openxmlformats.org/drawingml/2006/main">
            <a:off x="6555127" y="647429"/>
            <a:ext cx="4986886" cy="28725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Topic title goes here</a:t>
            </a:r>
          </a:p>
        </p:txBody>
      </p:sp>
    </p:spTree>
    <p:extLst>
      <p:ext uri="{BB962C8B-B14F-4D97-AF65-F5344CB8AC3E}">
        <p14:creationId xmlns:p14="http://schemas.microsoft.com/office/powerpoint/2010/main" val="314597529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0BCC789E-87DC-C416-5298-C7F6E26A9533}"/>
              </a:ext>
            </a:extLst>
          </p:cNvPr>
          <p:cNvSpPr>
            <a:spLocks xmlns:a="http://schemas.openxmlformats.org/drawingml/2006/main" noGrp="1"/>
          </p:cNvSpPr>
          <p:nvPr>
            <p:ph idx="1"/>
          </p:nvPr>
        </p:nvSpPr>
        <p:spPr>
          <a:xfrm xmlns:a="http://schemas.openxmlformats.org/drawingml/2006/main">
            <a:off x="393700" y="3822700"/>
            <a:ext cx="2595934" cy="1168400"/>
          </a:xfrm>
        </p:spPr>
        <p:txBody>
          <a:bodyPr xmlns:a="http://schemas.openxmlformats.org/drawingml/2006/main">
            <a:noAutofit/>
          </a:bodyPr>
          <a:lstStyle xmlns:a="http://schemas.openxmlformats.org/drawingml/2006/main"/>
          <a:p xmlns:a="http://schemas.openxmlformats.org/drawingml/2006/main">
            <a:pPr marL="0" indent="0">
              <a:lnSpc>
                <a:spcPct val="114000"/>
              </a:lnSpc>
              <a:spcBef>
                <a:spcPts val="0"/>
              </a:spcBef>
              <a:spcAft>
                <a:spcPts val="800"/>
              </a:spcAft>
              <a:buNone/>
            </a:pPr>
            <a:r>
              <a:rPr>
                <a:solidFill>
                  <a:schemeClr val="accent1"/>
                </a:solidFill>
                <a:latin typeface="Roboto Medium"/>
                <a:ea typeface="Roboto Medium"/>
                <a:cs typeface="Roboto Medium"/>
              </a:rPr>
              <a:t>Title here</a:t>
            </a:r>
          </a:p>
          <a:p xmlns:a="http://schemas.openxmlformats.org/drawingml/2006/main">
            <a:pPr marL="0" indent="0">
              <a:lnSpc>
                <a:spcPct val="114000"/>
              </a:lnSpc>
              <a:spcBef>
                <a:spcPts val="0"/>
              </a:spcBef>
              <a:spcAft>
                <a:spcPts val="800"/>
              </a:spcAft>
              <a:buNone/>
            </a:pPr>
            <a:r>
              <a:t>Lorem ipsum dolor sit </a:t>
            </a:r>
            <a:r>
              <a:t>amet</a:t>
            </a:r>
            <a:r>
              <a:t>, </a:t>
            </a:r>
            <a:r>
              <a:t>consectetur</a:t>
            </a:r>
            <a:r>
              <a:t> </a:t>
            </a:r>
            <a:r>
              <a:t>adipiscing</a:t>
            </a:r>
            <a:r>
              <a:t> </a:t>
            </a:r>
            <a:r>
              <a:t>elit</a:t>
            </a:r>
            <a:r>
              <a:t>. </a:t>
            </a:r>
            <a:r>
              <a:t>Pellentesque</a:t>
            </a:r>
            <a:r>
              <a:t> </a:t>
            </a:r>
            <a:r>
              <a:t>ultricies</a:t>
            </a:r>
            <a:r>
              <a:t> </a:t>
            </a:r>
            <a:r>
              <a:t>quam</a:t>
            </a:r>
            <a:r>
              <a:t>.</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12</a:t>
            </a:fld>
            <a:endParaRPr sz="1100"/>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7846838" cy="1034893"/>
          </a:xfrm>
        </p:spPr>
        <p:txBody>
          <a:bodyPr xmlns:a="http://schemas.openxmlformats.org/drawingml/2006/main"/>
          <a:lstStyle xmlns:a="http://schemas.openxmlformats.org/drawingml/2006/main"/>
          <a:p xmlns:a="http://schemas.openxmlformats.org/drawingml/2006/main">
            <a:r>
              <a:rPr>
                <a:solidFill>
                  <a:schemeClr val="accent1"/>
                </a:solidFill>
              </a:rPr>
              <a:t>Timeline with three text only milestones</a:t>
            </a:r>
          </a:p>
        </p:txBody>
      </p:sp>
      <p:sp>
        <p:nvSpPr>
          <p:cNvPr id="17" name="Text Placeholder 16">
            <a:extLst xmlns:a="http://schemas.openxmlformats.org/drawingml/2006/main">
              <a:ext uri="{FF2B5EF4-FFF2-40B4-BE49-F238E27FC236}">
                <a16:creationId xmlns:a16="http://schemas.microsoft.com/office/drawing/2014/main" id="{986AEEE5-7F7B-65AD-1D88-9157CF0514D8}"/>
              </a:ext>
            </a:extLst>
          </p:cNvPr>
          <p:cNvSpPr>
            <a:spLocks xmlns:a="http://schemas.openxmlformats.org/drawingml/2006/main" noGrp="1"/>
          </p:cNvSpPr>
          <p:nvPr>
            <p:ph type="body" idx="12"/>
          </p:nvPr>
        </p:nvSpPr>
        <p:spPr>
          <a:xfrm xmlns:a="http://schemas.openxmlformats.org/drawingml/2006/main">
            <a:off x="4317119" y="3822700"/>
            <a:ext cx="2595934" cy="1168400"/>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600">
                <a:solidFill>
                  <a:schemeClr val="accent1"/>
                </a:solidFill>
                <a:latin typeface="Roboto Medium"/>
                <a:ea typeface="Roboto Medium"/>
                <a:cs typeface="Roboto Medium"/>
              </a:rPr>
              <a:t>Title here</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rPr>
              <a:t>Lorem ipsum dolor sit </a:t>
            </a:r>
            <a:r>
              <a:rPr sz="1600" b="0" i="0" u="none" cap="none" spc="0">
                <a:ln>
                  <a:noFill/>
                </a:ln>
                <a:solidFill>
                  <a:prstClr val="black"/>
                </a:solidFill>
              </a:rPr>
              <a:t>amet</a:t>
            </a:r>
            <a:r>
              <a:rPr sz="1600" b="0" i="0" u="none" cap="none" spc="0">
                <a:ln>
                  <a:noFill/>
                </a:ln>
                <a:solidFill>
                  <a:prstClr val="black"/>
                </a:solidFill>
              </a:rPr>
              <a:t>, </a:t>
            </a:r>
            <a:r>
              <a:rPr sz="1600" b="0" i="0" u="none" cap="none" spc="0">
                <a:ln>
                  <a:noFill/>
                </a:ln>
                <a:solidFill>
                  <a:prstClr val="black"/>
                </a:solidFill>
              </a:rPr>
              <a:t>consectetur</a:t>
            </a:r>
            <a:r>
              <a:rPr sz="1600" b="0" i="0" u="none" cap="none" spc="0">
                <a:ln>
                  <a:noFill/>
                </a:ln>
                <a:solidFill>
                  <a:prstClr val="black"/>
                </a:solidFill>
              </a:rPr>
              <a:t> </a:t>
            </a:r>
            <a:r>
              <a:rPr sz="1600" b="0" i="0" u="none" cap="none" spc="0">
                <a:ln>
                  <a:noFill/>
                </a:ln>
                <a:solidFill>
                  <a:prstClr val="black"/>
                </a:solidFill>
              </a:rPr>
              <a:t>adipiscing</a:t>
            </a:r>
            <a:r>
              <a:rPr sz="1600" b="0" i="0" u="none" cap="none" spc="0">
                <a:ln>
                  <a:noFill/>
                </a:ln>
                <a:solidFill>
                  <a:prstClr val="black"/>
                </a:solidFill>
              </a:rPr>
              <a:t> </a:t>
            </a:r>
            <a:r>
              <a:rPr sz="1600" b="0" i="0" u="none" cap="none" spc="0">
                <a:ln>
                  <a:noFill/>
                </a:ln>
                <a:solidFill>
                  <a:prstClr val="black"/>
                </a:solidFill>
              </a:rPr>
              <a:t>elit</a:t>
            </a:r>
            <a:r>
              <a:rPr sz="1600" b="0" i="0" u="none" cap="none" spc="0">
                <a:ln>
                  <a:noFill/>
                </a:ln>
                <a:solidFill>
                  <a:prstClr val="black"/>
                </a:solidFill>
              </a:rPr>
              <a:t>. </a:t>
            </a:r>
            <a:r>
              <a:rPr sz="1600" b="0" i="0" u="none" cap="none" spc="0">
                <a:ln>
                  <a:noFill/>
                </a:ln>
                <a:solidFill>
                  <a:prstClr val="black"/>
                </a:solidFill>
              </a:rPr>
              <a:t>Pellentesque</a:t>
            </a:r>
            <a:r>
              <a:rPr sz="1600" b="0" i="0" u="none" cap="none" spc="0">
                <a:ln>
                  <a:noFill/>
                </a:ln>
                <a:solidFill>
                  <a:prstClr val="black"/>
                </a:solidFill>
              </a:rPr>
              <a:t> </a:t>
            </a:r>
            <a:r>
              <a:rPr sz="1600" b="0" i="0" u="none" cap="none" spc="0">
                <a:ln>
                  <a:noFill/>
                </a:ln>
                <a:solidFill>
                  <a:prstClr val="black"/>
                </a:solidFill>
              </a:rPr>
              <a:t>ultricies</a:t>
            </a:r>
            <a:r>
              <a:rPr sz="1600" b="0" i="0" u="none" cap="none" spc="0">
                <a:ln>
                  <a:noFill/>
                </a:ln>
                <a:solidFill>
                  <a:prstClr val="black"/>
                </a:solidFill>
              </a:rPr>
              <a:t> </a:t>
            </a:r>
            <a:r>
              <a:rPr sz="1600" b="0" i="0" u="none" cap="none" spc="0">
                <a:ln>
                  <a:noFill/>
                </a:ln>
                <a:solidFill>
                  <a:prstClr val="black"/>
                </a:solidFill>
              </a:rPr>
              <a:t>quam</a:t>
            </a:r>
            <a:r>
              <a:rPr sz="1600" b="0" i="0" u="none" cap="none" spc="0">
                <a:ln>
                  <a:noFill/>
                </a:ln>
                <a:solidFill>
                  <a:prstClr val="black"/>
                </a:solidFill>
              </a:rPr>
              <a:t>.</a:t>
            </a:r>
          </a:p>
        </p:txBody>
      </p:sp>
      <p:sp>
        <p:nvSpPr>
          <p:cNvPr id="18" name="Content Placeholder 17">
            <a:extLst xmlns:a="http://schemas.openxmlformats.org/drawingml/2006/main">
              <a:ext uri="{FF2B5EF4-FFF2-40B4-BE49-F238E27FC236}">
                <a16:creationId xmlns:a16="http://schemas.microsoft.com/office/drawing/2014/main" id="{B32A8A18-E9FA-02B4-6667-53C019EC43C0}"/>
              </a:ext>
            </a:extLst>
          </p:cNvPr>
          <p:cNvSpPr>
            <a:spLocks xmlns:a="http://schemas.openxmlformats.org/drawingml/2006/main" noGrp="1"/>
          </p:cNvSpPr>
          <p:nvPr>
            <p:ph idx="13"/>
          </p:nvPr>
        </p:nvSpPr>
        <p:spPr>
          <a:xfrm xmlns:a="http://schemas.openxmlformats.org/drawingml/2006/main">
            <a:off x="8240538" y="3822700"/>
            <a:ext cx="2595934" cy="1168400"/>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a:solidFill>
                  <a:schemeClr val="accent1"/>
                </a:solidFill>
                <a:latin typeface="Roboto Medium"/>
                <a:ea typeface="Roboto Medium"/>
                <a:cs typeface="Roboto Medium"/>
              </a:rPr>
              <a:t>Title here</a:t>
            </a:r>
          </a:p>
          <a:p xmlns:a="http://schemas.openxmlformats.org/drawingml/2006/main">
            <a:pPr marL="0" marR="0" lvl="0" indent="0" algn="l" defTabSz="914400">
              <a:lnSpc>
                <a:spcPct val="114000"/>
              </a:lnSpc>
              <a:spcBef>
                <a:spcPts val="0"/>
              </a:spcBef>
              <a:spcAft>
                <a:spcPts val="800"/>
              </a:spcAft>
              <a:buClrTx/>
              <a:buSzTx/>
              <a:buFont typeface="Arial"/>
              <a:buNone/>
            </a:pPr>
            <a:r>
              <a:rPr b="0" i="0" u="none" cap="none" spc="0">
                <a:ln>
                  <a:noFill/>
                </a:ln>
                <a:solidFill>
                  <a:prstClr val="black"/>
                </a:solidFill>
              </a:rPr>
              <a:t>Lorem ipsum dolor sit </a:t>
            </a:r>
            <a:r>
              <a:rPr b="0" i="0" u="none" cap="none" spc="0">
                <a:ln>
                  <a:noFill/>
                </a:ln>
                <a:solidFill>
                  <a:prstClr val="black"/>
                </a:solidFill>
              </a:rPr>
              <a:t>amet</a:t>
            </a:r>
            <a:r>
              <a:rPr b="0" i="0" u="none" cap="none" spc="0">
                <a:ln>
                  <a:noFill/>
                </a:ln>
                <a:solidFill>
                  <a:prstClr val="black"/>
                </a:solidFill>
              </a:rPr>
              <a:t>, </a:t>
            </a:r>
            <a:r>
              <a:rPr b="0" i="0" u="none" cap="none" spc="0">
                <a:ln>
                  <a:noFill/>
                </a:ln>
                <a:solidFill>
                  <a:prstClr val="black"/>
                </a:solidFill>
              </a:rPr>
              <a:t>consectetur</a:t>
            </a:r>
            <a:r>
              <a:rPr b="0" i="0" u="none" cap="none" spc="0">
                <a:ln>
                  <a:noFill/>
                </a:ln>
                <a:solidFill>
                  <a:prstClr val="black"/>
                </a:solidFill>
              </a:rPr>
              <a:t> </a:t>
            </a:r>
            <a:r>
              <a:rPr b="0" i="0" u="none" cap="none" spc="0">
                <a:ln>
                  <a:noFill/>
                </a:ln>
                <a:solidFill>
                  <a:prstClr val="black"/>
                </a:solidFill>
              </a:rPr>
              <a:t>adipiscing</a:t>
            </a:r>
            <a:r>
              <a:rPr b="0" i="0" u="none" cap="none" spc="0">
                <a:ln>
                  <a:noFill/>
                </a:ln>
                <a:solidFill>
                  <a:prstClr val="black"/>
                </a:solidFill>
              </a:rPr>
              <a:t> </a:t>
            </a:r>
            <a:r>
              <a:rPr b="0" i="0" u="none" cap="none" spc="0">
                <a:ln>
                  <a:noFill/>
                </a:ln>
                <a:solidFill>
                  <a:prstClr val="black"/>
                </a:solidFill>
              </a:rPr>
              <a:t>elit</a:t>
            </a:r>
            <a:r>
              <a:rPr b="0" i="0" u="none" cap="none" spc="0">
                <a:ln>
                  <a:noFill/>
                </a:ln>
                <a:solidFill>
                  <a:prstClr val="black"/>
                </a:solidFill>
              </a:rPr>
              <a:t>. </a:t>
            </a:r>
            <a:r>
              <a:rPr b="0" i="0" u="none" cap="none" spc="0">
                <a:ln>
                  <a:noFill/>
                </a:ln>
                <a:solidFill>
                  <a:prstClr val="black"/>
                </a:solidFill>
              </a:rPr>
              <a:t>Pellentesque</a:t>
            </a:r>
            <a:r>
              <a:rPr b="0" i="0" u="none" cap="none" spc="0">
                <a:ln>
                  <a:noFill/>
                </a:ln>
                <a:solidFill>
                  <a:prstClr val="black"/>
                </a:solidFill>
              </a:rPr>
              <a:t> </a:t>
            </a:r>
            <a:r>
              <a:rPr b="0" i="0" u="none" cap="none" spc="0">
                <a:ln>
                  <a:noFill/>
                </a:ln>
                <a:solidFill>
                  <a:prstClr val="black"/>
                </a:solidFill>
              </a:rPr>
              <a:t>ultricies</a:t>
            </a:r>
            <a:r>
              <a:rPr b="0" i="0" u="none" cap="none" spc="0">
                <a:ln>
                  <a:noFill/>
                </a:ln>
                <a:solidFill>
                  <a:prstClr val="black"/>
                </a:solidFill>
              </a:rPr>
              <a:t> </a:t>
            </a:r>
            <a:r>
              <a:rPr b="0" i="0" u="none" cap="none" spc="0">
                <a:ln>
                  <a:noFill/>
                </a:ln>
                <a:solidFill>
                  <a:prstClr val="black"/>
                </a:solidFill>
              </a:rPr>
              <a:t>quam</a:t>
            </a:r>
            <a:r>
              <a:rPr b="0" i="0" u="none" cap="none" spc="0">
                <a:ln>
                  <a:noFill/>
                </a:ln>
                <a:solidFill>
                  <a:prstClr val="black"/>
                </a:solidFill>
              </a:rPr>
              <a:t>.</a:t>
            </a:r>
          </a:p>
        </p:txBody>
      </p:sp>
      <p:cxnSp>
        <p:nvCxnSpPr>
          <p:cNvPr id="24"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accent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Date</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Date</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Date</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446338916"/>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2026-09-27T07:45:13.1400000Z</dcterms:created>
  <dcterms:modified xsi:type="dcterms:W3CDTF">2026-09-27T07:45:13.1400000Z</dcterms:modified>
</coreProperties>
</file>